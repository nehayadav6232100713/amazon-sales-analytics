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DBFF"/>
    <a:srgbClr val="F2C94C"/>
    <a:srgbClr val="FFD166"/>
    <a:srgbClr val="2F80ED"/>
    <a:srgbClr val="4F4F4F"/>
    <a:srgbClr val="1F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669A6-5383-4142-926D-4209743AE87E}" v="51" dt="2026-08-03T16:22:24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3761" autoAdjust="0"/>
  </p:normalViewPr>
  <p:slideViewPr>
    <p:cSldViewPr snapToGrid="0">
      <p:cViewPr varScale="1">
        <p:scale>
          <a:sx n="53" d="100"/>
          <a:sy n="53" d="100"/>
        </p:scale>
        <p:origin x="10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yadav" userId="2feac823094dbc2e" providerId="LiveId" clId="{F8444EDA-55AD-4746-9A31-BA86FAF699BD}"/>
    <pc:docChg chg="undo custSel addSld delSld modSld">
      <pc:chgData name="abhay yadav" userId="2feac823094dbc2e" providerId="LiveId" clId="{F8444EDA-55AD-4746-9A31-BA86FAF699BD}" dt="2026-08-03T16:27:32.529" v="827" actId="207"/>
      <pc:docMkLst>
        <pc:docMk/>
      </pc:docMkLst>
      <pc:sldChg chg="addSp delSp modSp mod">
        <pc:chgData name="abhay yadav" userId="2feac823094dbc2e" providerId="LiveId" clId="{F8444EDA-55AD-4746-9A31-BA86FAF699BD}" dt="2026-08-03T16:27:32.529" v="827" actId="207"/>
        <pc:sldMkLst>
          <pc:docMk/>
          <pc:sldMk cId="4101062665" sldId="256"/>
        </pc:sldMkLst>
        <pc:spChg chg="del">
          <ac:chgData name="abhay yadav" userId="2feac823094dbc2e" providerId="LiveId" clId="{F8444EDA-55AD-4746-9A31-BA86FAF699BD}" dt="2026-08-03T16:22:02.455" v="806" actId="21"/>
          <ac:spMkLst>
            <pc:docMk/>
            <pc:sldMk cId="4101062665" sldId="256"/>
            <ac:spMk id="2" creationId="{56EEF287-E8DF-2C0D-3C41-0EB165D1E80B}"/>
          </ac:spMkLst>
        </pc:spChg>
        <pc:spChg chg="del">
          <ac:chgData name="abhay yadav" userId="2feac823094dbc2e" providerId="LiveId" clId="{F8444EDA-55AD-4746-9A31-BA86FAF699BD}" dt="2026-08-03T16:22:05.694" v="807" actId="21"/>
          <ac:spMkLst>
            <pc:docMk/>
            <pc:sldMk cId="4101062665" sldId="256"/>
            <ac:spMk id="3" creationId="{B1E3FE8D-7890-3715-3462-C914D3111630}"/>
          </ac:spMkLst>
        </pc:spChg>
        <pc:spChg chg="add mod">
          <ac:chgData name="abhay yadav" userId="2feac823094dbc2e" providerId="LiveId" clId="{F8444EDA-55AD-4746-9A31-BA86FAF699BD}" dt="2026-08-03T16:27:32.529" v="827" actId="207"/>
          <ac:spMkLst>
            <pc:docMk/>
            <pc:sldMk cId="4101062665" sldId="256"/>
            <ac:spMk id="4" creationId="{B1E3FE8D-7890-3715-3462-C914D3111630}"/>
          </ac:spMkLst>
        </pc:spChg>
      </pc:sldChg>
      <pc:sldChg chg="addSp delSp modSp new mod">
        <pc:chgData name="abhay yadav" userId="2feac823094dbc2e" providerId="LiveId" clId="{F8444EDA-55AD-4746-9A31-BA86FAF699BD}" dt="2026-08-01T17:12:43.747" v="672" actId="207"/>
        <pc:sldMkLst>
          <pc:docMk/>
          <pc:sldMk cId="3412518831" sldId="257"/>
        </pc:sldMkLst>
        <pc:spChg chg="mod">
          <ac:chgData name="abhay yadav" userId="2feac823094dbc2e" providerId="LiveId" clId="{F8444EDA-55AD-4746-9A31-BA86FAF699BD}" dt="2026-08-01T16:44:38.839" v="503" actId="255"/>
          <ac:spMkLst>
            <pc:docMk/>
            <pc:sldMk cId="3412518831" sldId="257"/>
            <ac:spMk id="2" creationId="{40EE86D5-9C3C-23DB-A5B7-ABA6D33E265E}"/>
          </ac:spMkLst>
        </pc:spChg>
        <pc:spChg chg="mod">
          <ac:chgData name="abhay yadav" userId="2feac823094dbc2e" providerId="LiveId" clId="{F8444EDA-55AD-4746-9A31-BA86FAF699BD}" dt="2026-08-01T16:23:30.667" v="422" actId="20577"/>
          <ac:spMkLst>
            <pc:docMk/>
            <pc:sldMk cId="3412518831" sldId="257"/>
            <ac:spMk id="3" creationId="{22AB2694-EEAE-076A-4B80-5294984201CF}"/>
          </ac:spMkLst>
        </pc:spChg>
        <pc:spChg chg="add del mod ord">
          <ac:chgData name="abhay yadav" userId="2feac823094dbc2e" providerId="LiveId" clId="{F8444EDA-55AD-4746-9A31-BA86FAF699BD}" dt="2026-08-01T16:26:18.334" v="436" actId="14100"/>
          <ac:spMkLst>
            <pc:docMk/>
            <pc:sldMk cId="3412518831" sldId="257"/>
            <ac:spMk id="14" creationId="{192EC947-53C2-BAEA-8879-C4A71197DB0E}"/>
          </ac:spMkLst>
        </pc:spChg>
        <pc:spChg chg="add mod">
          <ac:chgData name="abhay yadav" userId="2feac823094dbc2e" providerId="LiveId" clId="{F8444EDA-55AD-4746-9A31-BA86FAF699BD}" dt="2026-08-01T17:12:43.747" v="672" actId="207"/>
          <ac:spMkLst>
            <pc:docMk/>
            <pc:sldMk cId="3412518831" sldId="257"/>
            <ac:spMk id="15" creationId="{B731278B-75AD-11D5-3E2C-4FAA82EE6DC6}"/>
          </ac:spMkLst>
        </pc:spChg>
        <pc:cxnChg chg="add mod">
          <ac:chgData name="abhay yadav" userId="2feac823094dbc2e" providerId="LiveId" clId="{F8444EDA-55AD-4746-9A31-BA86FAF699BD}" dt="2026-08-01T16:37:48.811" v="467" actId="14100"/>
          <ac:cxnSpMkLst>
            <pc:docMk/>
            <pc:sldMk cId="3412518831" sldId="257"/>
            <ac:cxnSpMk id="5" creationId="{F3D2175A-7F22-F591-4CF8-3D75050D8CFA}"/>
          </ac:cxnSpMkLst>
        </pc:cxnChg>
      </pc:sldChg>
      <pc:sldChg chg="modSp new mod setBg">
        <pc:chgData name="abhay yadav" userId="2feac823094dbc2e" providerId="LiveId" clId="{F8444EDA-55AD-4746-9A31-BA86FAF699BD}" dt="2026-08-01T16:51:40.350" v="522" actId="27636"/>
        <pc:sldMkLst>
          <pc:docMk/>
          <pc:sldMk cId="1826529270" sldId="258"/>
        </pc:sldMkLst>
        <pc:spChg chg="mod">
          <ac:chgData name="abhay yadav" userId="2feac823094dbc2e" providerId="LiveId" clId="{F8444EDA-55AD-4746-9A31-BA86FAF699BD}" dt="2026-08-01T16:40:31.452" v="472" actId="2711"/>
          <ac:spMkLst>
            <pc:docMk/>
            <pc:sldMk cId="1826529270" sldId="258"/>
            <ac:spMk id="2" creationId="{553EDF72-1019-86D0-A5CD-40C7EE9E6D60}"/>
          </ac:spMkLst>
        </pc:spChg>
        <pc:spChg chg="mod">
          <ac:chgData name="abhay yadav" userId="2feac823094dbc2e" providerId="LiveId" clId="{F8444EDA-55AD-4746-9A31-BA86FAF699BD}" dt="2026-08-01T16:51:40.350" v="522" actId="27636"/>
          <ac:spMkLst>
            <pc:docMk/>
            <pc:sldMk cId="1826529270" sldId="258"/>
            <ac:spMk id="3" creationId="{EAF8670C-A1E3-4E66-1ED8-5F1B6AD3FE39}"/>
          </ac:spMkLst>
        </pc:spChg>
      </pc:sldChg>
      <pc:sldChg chg="modSp new mod setBg">
        <pc:chgData name="abhay yadav" userId="2feac823094dbc2e" providerId="LiveId" clId="{F8444EDA-55AD-4746-9A31-BA86FAF699BD}" dt="2026-08-01T17:13:10.879" v="675" actId="255"/>
        <pc:sldMkLst>
          <pc:docMk/>
          <pc:sldMk cId="103778121" sldId="259"/>
        </pc:sldMkLst>
        <pc:spChg chg="mod">
          <ac:chgData name="abhay yadav" userId="2feac823094dbc2e" providerId="LiveId" clId="{F8444EDA-55AD-4746-9A31-BA86FAF699BD}" dt="2026-08-01T16:55:16.073" v="538" actId="1076"/>
          <ac:spMkLst>
            <pc:docMk/>
            <pc:sldMk cId="103778121" sldId="259"/>
            <ac:spMk id="2" creationId="{DE38ED76-BE5B-EC27-A877-191E192ACBEF}"/>
          </ac:spMkLst>
        </pc:spChg>
        <pc:spChg chg="mod">
          <ac:chgData name="abhay yadav" userId="2feac823094dbc2e" providerId="LiveId" clId="{F8444EDA-55AD-4746-9A31-BA86FAF699BD}" dt="2026-08-01T17:13:10.879" v="675" actId="255"/>
          <ac:spMkLst>
            <pc:docMk/>
            <pc:sldMk cId="103778121" sldId="259"/>
            <ac:spMk id="3" creationId="{2FA492A2-D0F8-6996-7D47-1CDE63555C56}"/>
          </ac:spMkLst>
        </pc:spChg>
      </pc:sldChg>
      <pc:sldChg chg="addSp delSp modSp new mod setBg">
        <pc:chgData name="abhay yadav" userId="2feac823094dbc2e" providerId="LiveId" clId="{F8444EDA-55AD-4746-9A31-BA86FAF699BD}" dt="2026-08-01T17:26:16.886" v="715" actId="120"/>
        <pc:sldMkLst>
          <pc:docMk/>
          <pc:sldMk cId="1060914973" sldId="260"/>
        </pc:sldMkLst>
        <pc:spChg chg="mod">
          <ac:chgData name="abhay yadav" userId="2feac823094dbc2e" providerId="LiveId" clId="{F8444EDA-55AD-4746-9A31-BA86FAF699BD}" dt="2026-08-01T17:26:16.886" v="715" actId="120"/>
          <ac:spMkLst>
            <pc:docMk/>
            <pc:sldMk cId="1060914973" sldId="260"/>
            <ac:spMk id="2" creationId="{55D8088C-51E2-D38F-B050-56BF81ABE8D9}"/>
          </ac:spMkLst>
        </pc:spChg>
        <pc:spChg chg="mod">
          <ac:chgData name="abhay yadav" userId="2feac823094dbc2e" providerId="LiveId" clId="{F8444EDA-55AD-4746-9A31-BA86FAF699BD}" dt="2026-08-01T17:21:55.257" v="694" actId="14100"/>
          <ac:spMkLst>
            <pc:docMk/>
            <pc:sldMk cId="1060914973" sldId="260"/>
            <ac:spMk id="3" creationId="{9A2A6380-0F88-2936-C53F-12F43B4CAF0C}"/>
          </ac:spMkLst>
        </pc:spChg>
        <pc:picChg chg="add mod">
          <ac:chgData name="abhay yadav" userId="2feac823094dbc2e" providerId="LiveId" clId="{F8444EDA-55AD-4746-9A31-BA86FAF699BD}" dt="2026-08-01T17:24:47.830" v="708" actId="14861"/>
          <ac:picMkLst>
            <pc:docMk/>
            <pc:sldMk cId="1060914973" sldId="260"/>
            <ac:picMk id="6" creationId="{CEB48D41-DF9C-118A-5D8B-DF687272097B}"/>
          </ac:picMkLst>
        </pc:picChg>
      </pc:sldChg>
      <pc:sldChg chg="addSp delSp modSp new mod setBg">
        <pc:chgData name="abhay yadav" userId="2feac823094dbc2e" providerId="LiveId" clId="{F8444EDA-55AD-4746-9A31-BA86FAF699BD}" dt="2026-08-01T17:36:56.386" v="744" actId="14861"/>
        <pc:sldMkLst>
          <pc:docMk/>
          <pc:sldMk cId="614287294" sldId="261"/>
        </pc:sldMkLst>
        <pc:spChg chg="mod">
          <ac:chgData name="abhay yadav" userId="2feac823094dbc2e" providerId="LiveId" clId="{F8444EDA-55AD-4746-9A31-BA86FAF699BD}" dt="2026-08-01T17:06:49.656" v="554" actId="255"/>
          <ac:spMkLst>
            <pc:docMk/>
            <pc:sldMk cId="614287294" sldId="261"/>
            <ac:spMk id="2" creationId="{3AEF4CBC-288C-6F18-3C35-E8ADEEFBCEAF}"/>
          </ac:spMkLst>
        </pc:spChg>
        <pc:spChg chg="mod">
          <ac:chgData name="abhay yadav" userId="2feac823094dbc2e" providerId="LiveId" clId="{F8444EDA-55AD-4746-9A31-BA86FAF699BD}" dt="2026-08-01T17:25:06.389" v="712" actId="27636"/>
          <ac:spMkLst>
            <pc:docMk/>
            <pc:sldMk cId="614287294" sldId="261"/>
            <ac:spMk id="3" creationId="{A87D443B-6199-FE4E-1E84-9D45AD754A05}"/>
          </ac:spMkLst>
        </pc:spChg>
        <pc:picChg chg="add mod">
          <ac:chgData name="abhay yadav" userId="2feac823094dbc2e" providerId="LiveId" clId="{F8444EDA-55AD-4746-9A31-BA86FAF699BD}" dt="2026-08-01T17:36:56.386" v="744" actId="14861"/>
          <ac:picMkLst>
            <pc:docMk/>
            <pc:sldMk cId="614287294" sldId="261"/>
            <ac:picMk id="6" creationId="{CEC2EE53-A8E1-49F1-B483-5C96ADF1118B}"/>
          </ac:picMkLst>
        </pc:picChg>
        <pc:picChg chg="add mod">
          <ac:chgData name="abhay yadav" userId="2feac823094dbc2e" providerId="LiveId" clId="{F8444EDA-55AD-4746-9A31-BA86FAF699BD}" dt="2026-08-01T17:36:50.849" v="743" actId="14861"/>
          <ac:picMkLst>
            <pc:docMk/>
            <pc:sldMk cId="614287294" sldId="261"/>
            <ac:picMk id="8" creationId="{1C6B492F-DEAF-F31C-1310-DBE2A3ECAAAB}"/>
          </ac:picMkLst>
        </pc:picChg>
      </pc:sldChg>
      <pc:sldChg chg="addSp delSp modSp new mod setBg">
        <pc:chgData name="abhay yadav" userId="2feac823094dbc2e" providerId="LiveId" clId="{F8444EDA-55AD-4746-9A31-BA86FAF699BD}" dt="2026-08-01T17:41:26.038" v="805" actId="14861"/>
        <pc:sldMkLst>
          <pc:docMk/>
          <pc:sldMk cId="3361252229" sldId="262"/>
        </pc:sldMkLst>
        <pc:spChg chg="mod">
          <ac:chgData name="abhay yadav" userId="2feac823094dbc2e" providerId="LiveId" clId="{F8444EDA-55AD-4746-9A31-BA86FAF699BD}" dt="2026-08-01T16:57:38.436" v="552" actId="1076"/>
          <ac:spMkLst>
            <pc:docMk/>
            <pc:sldMk cId="3361252229" sldId="262"/>
            <ac:spMk id="2" creationId="{2E7561AE-B907-0A7C-DF01-79405082FBCA}"/>
          </ac:spMkLst>
        </pc:spChg>
        <pc:spChg chg="mod">
          <ac:chgData name="abhay yadav" userId="2feac823094dbc2e" providerId="LiveId" clId="{F8444EDA-55AD-4746-9A31-BA86FAF699BD}" dt="2026-08-01T17:41:02.808" v="803" actId="14100"/>
          <ac:spMkLst>
            <pc:docMk/>
            <pc:sldMk cId="3361252229" sldId="262"/>
            <ac:spMk id="3" creationId="{9D2C513B-FCBC-CCE6-9E0E-B2A576494B14}"/>
          </ac:spMkLst>
        </pc:spChg>
        <pc:picChg chg="add mod">
          <ac:chgData name="abhay yadav" userId="2feac823094dbc2e" providerId="LiveId" clId="{F8444EDA-55AD-4746-9A31-BA86FAF699BD}" dt="2026-08-01T17:41:18.799" v="804" actId="14861"/>
          <ac:picMkLst>
            <pc:docMk/>
            <pc:sldMk cId="3361252229" sldId="262"/>
            <ac:picMk id="7" creationId="{A4C02D35-A586-BAC3-B91D-463F91473D1F}"/>
          </ac:picMkLst>
        </pc:picChg>
        <pc:picChg chg="add mod">
          <ac:chgData name="abhay yadav" userId="2feac823094dbc2e" providerId="LiveId" clId="{F8444EDA-55AD-4746-9A31-BA86FAF699BD}" dt="2026-08-01T17:41:26.038" v="805" actId="14861"/>
          <ac:picMkLst>
            <pc:docMk/>
            <pc:sldMk cId="3361252229" sldId="262"/>
            <ac:picMk id="9" creationId="{18682AC5-624A-C366-CCB3-A2CD8ADB1589}"/>
          </ac:picMkLst>
        </pc:picChg>
      </pc:sldChg>
      <pc:sldChg chg="modSp new mod setBg">
        <pc:chgData name="abhay yadav" userId="2feac823094dbc2e" providerId="LiveId" clId="{F8444EDA-55AD-4746-9A31-BA86FAF699BD}" dt="2026-08-01T17:08:18.925" v="576" actId="5793"/>
        <pc:sldMkLst>
          <pc:docMk/>
          <pc:sldMk cId="4261619982" sldId="263"/>
        </pc:sldMkLst>
        <pc:spChg chg="mod">
          <ac:chgData name="abhay yadav" userId="2feac823094dbc2e" providerId="LiveId" clId="{F8444EDA-55AD-4746-9A31-BA86FAF699BD}" dt="2026-08-01T16:57:48.271" v="553" actId="255"/>
          <ac:spMkLst>
            <pc:docMk/>
            <pc:sldMk cId="4261619982" sldId="263"/>
            <ac:spMk id="2" creationId="{D88F754E-355E-23C7-C61E-D291BFF40C19}"/>
          </ac:spMkLst>
        </pc:spChg>
        <pc:spChg chg="mod">
          <ac:chgData name="abhay yadav" userId="2feac823094dbc2e" providerId="LiveId" clId="{F8444EDA-55AD-4746-9A31-BA86FAF699BD}" dt="2026-08-01T17:08:18.925" v="576" actId="5793"/>
          <ac:spMkLst>
            <pc:docMk/>
            <pc:sldMk cId="4261619982" sldId="263"/>
            <ac:spMk id="3" creationId="{B4ECA25E-4311-89FB-F3F7-9E5B7CFBC2BD}"/>
          </ac:spMkLst>
        </pc:spChg>
      </pc:sldChg>
      <pc:sldChg chg="modSp new mod setBg">
        <pc:chgData name="abhay yadav" userId="2feac823094dbc2e" providerId="LiveId" clId="{F8444EDA-55AD-4746-9A31-BA86FAF699BD}" dt="2026-08-01T17:09:35.696" v="591" actId="14100"/>
        <pc:sldMkLst>
          <pc:docMk/>
          <pc:sldMk cId="3838014005" sldId="264"/>
        </pc:sldMkLst>
        <pc:spChg chg="mod">
          <ac:chgData name="abhay yadav" userId="2feac823094dbc2e" providerId="LiveId" clId="{F8444EDA-55AD-4746-9A31-BA86FAF699BD}" dt="2026-08-01T17:08:43.135" v="577" actId="255"/>
          <ac:spMkLst>
            <pc:docMk/>
            <pc:sldMk cId="3838014005" sldId="264"/>
            <ac:spMk id="2" creationId="{EA0CE900-6810-7DB4-5512-B254D248B989}"/>
          </ac:spMkLst>
        </pc:spChg>
        <pc:spChg chg="mod">
          <ac:chgData name="abhay yadav" userId="2feac823094dbc2e" providerId="LiveId" clId="{F8444EDA-55AD-4746-9A31-BA86FAF699BD}" dt="2026-08-01T17:09:35.696" v="591" actId="14100"/>
          <ac:spMkLst>
            <pc:docMk/>
            <pc:sldMk cId="3838014005" sldId="264"/>
            <ac:spMk id="3" creationId="{0E94BD20-D53C-3707-2835-E30F55B2E5D9}"/>
          </ac:spMkLst>
        </pc:spChg>
      </pc:sldChg>
      <pc:sldChg chg="modSp new mod setBg">
        <pc:chgData name="abhay yadav" userId="2feac823094dbc2e" providerId="LiveId" clId="{F8444EDA-55AD-4746-9A31-BA86FAF699BD}" dt="2026-08-01T17:12:08.947" v="670" actId="255"/>
        <pc:sldMkLst>
          <pc:docMk/>
          <pc:sldMk cId="2074048645" sldId="265"/>
        </pc:sldMkLst>
        <pc:spChg chg="mod">
          <ac:chgData name="abhay yadav" userId="2feac823094dbc2e" providerId="LiveId" clId="{F8444EDA-55AD-4746-9A31-BA86FAF699BD}" dt="2026-08-01T17:09:49.062" v="592" actId="255"/>
          <ac:spMkLst>
            <pc:docMk/>
            <pc:sldMk cId="2074048645" sldId="265"/>
            <ac:spMk id="2" creationId="{C8B4D2EA-3D4B-FF79-0C2D-70F38C47ED1F}"/>
          </ac:spMkLst>
        </pc:spChg>
        <pc:spChg chg="mod">
          <ac:chgData name="abhay yadav" userId="2feac823094dbc2e" providerId="LiveId" clId="{F8444EDA-55AD-4746-9A31-BA86FAF699BD}" dt="2026-08-01T17:12:08.947" v="670" actId="255"/>
          <ac:spMkLst>
            <pc:docMk/>
            <pc:sldMk cId="2074048645" sldId="265"/>
            <ac:spMk id="3" creationId="{4014EE3C-726F-13B4-8D75-E636FC2560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C296-F943-3BBA-CAD9-E452686DC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84FE2-0539-1C37-0F04-F72E911D7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0AEC8-0A6A-FB7C-BC52-A9D39B0F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DCDD2-B712-AF16-F4E9-B2AD37452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420D1-7CFD-3A22-1FE0-52570837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2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92A7-BFD2-03E5-5482-CAAB0A6D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236F-C889-ED4F-4DCB-DCB26EA8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48BE3-7D95-3C1E-1243-6E25224F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79695-5DE3-0263-C845-C30B9CA4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DF444-B855-D5C5-97BC-B62442E7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6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1D08-C55D-9378-70A2-711744EF2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2F114-D49E-3AEA-39B3-025D966FF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98FBE-34E8-2EEF-8E49-C71060AA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191FA-8C25-A991-67A2-FB8CDD5E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6B142-C8A3-6965-B949-90AD018C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4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CA0A-1FE0-6B01-9719-603D3A6A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996F5-E5D5-7705-E98A-78C228C16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6B6B1-2FBA-EC88-FCAC-D9DF3A96E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5E002-F537-169D-5BDB-3D92BC0A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639E7-E92F-D179-72EF-82AE0CBC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CE3A0-F6E4-AD1A-3720-A16CAD5A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F0E0-CDF7-4199-050E-8682EE8B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99DDC-0B13-DE2E-33BF-D2531C134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C4D16-0142-C6E8-5015-AA80F9395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6FE1C7-FF26-16A3-5344-D16AC7B7B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E74A9-7200-4748-435D-004D8FC35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B2D69-A518-471C-8791-1CA9755A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48CC7-78E1-C543-E884-048ED906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235B6-B264-CF46-2B60-BB460EF5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1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FD6A-6B4A-F019-8537-6A836F4D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14A0AC-FAB2-6C32-210A-685F5BD2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265E2-5589-51C4-C98A-0B29766F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95416-6F09-C705-2FE2-6E0FBD8C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7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1CC46-6AAB-3508-BE5B-4D0537A3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527DA-489A-3A1D-1001-53A7B06A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24C96-8F94-0A38-1C82-3333247C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2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6FF40-0630-8847-AE62-77F29AA9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5A67-4D57-D4A2-2BB2-5E146D19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6A306-B7C4-5480-1345-4A22CE34C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808F4-637E-75F8-543F-34BC0372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E0736-0986-31B9-5A7E-EEAA521F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771DA-253F-7DE2-91EF-6D79279F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2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4DDF-7BF1-3262-F521-90786CE75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FA782-0D30-08DC-C725-AC99AF9C3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6C4D5-C48E-73D8-EB2F-EC9C69F93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586A8-6C9B-F5C2-F524-0C058A66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02E63-A155-8E37-1D51-ADDDAE37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D8A52-7B37-621D-6E97-612D2483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1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3931-9ADA-11C8-D0CF-53080560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CF80D-A9C6-5A6E-3630-9C519E20C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D7087-F518-E68C-28E4-FCF81DD1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D7743-C032-1BC0-A0B5-34F3BF79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FA473-7793-3DCC-1D32-C9FFFDC5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6CB13-2099-33DF-2560-944B6447F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F0C58-FEC5-BA38-241B-65126D271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D4823-4BD2-CCD4-CEE6-DF825050D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49BB-1051-7723-6A39-00017692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2B6B5-C957-D52B-BB8C-AB1E824D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3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1778C-0646-2E3A-99E7-D3FF15AA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C904F-BF79-CAAA-FBA5-5FFBAD6B4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386C2-9231-9D89-1780-92481EB82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14F06-EF45-4EA8-986E-747FA11CB72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85A5B-5077-AF0F-16D5-0BD63969F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B6448-AF71-90B9-8437-451DA2DE1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D9286-E39E-466D-B447-91E065760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06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1E3FE8D-7890-3715-3462-C914D3111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579" y="240632"/>
            <a:ext cx="8193505" cy="637673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2C94C"/>
                </a:solidFill>
              </a:rPr>
              <a:t>Amazon Sales Analytics Dashboard</a:t>
            </a:r>
          </a:p>
          <a:p>
            <a:r>
              <a:rPr lang="en-US" b="1" dirty="0">
                <a:solidFill>
                  <a:schemeClr val="bg2"/>
                </a:solidFill>
              </a:rPr>
              <a:t>Business Analytics Project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rgbClr val="7FDBFF"/>
                </a:solidFill>
              </a:rPr>
              <a:t>Prepared By</a:t>
            </a:r>
            <a:endParaRPr lang="en-US" dirty="0">
              <a:solidFill>
                <a:srgbClr val="7FDBFF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Neha Yadav</a:t>
            </a:r>
          </a:p>
          <a:p>
            <a:r>
              <a:rPr lang="en-US" dirty="0">
                <a:solidFill>
                  <a:schemeClr val="bg2"/>
                </a:solidFill>
              </a:rPr>
              <a:t>MBA in Business Analytics</a:t>
            </a:r>
          </a:p>
          <a:p>
            <a:r>
              <a:rPr lang="en-US" dirty="0">
                <a:solidFill>
                  <a:schemeClr val="bg2"/>
                </a:solidFill>
              </a:rPr>
              <a:t>Amity University Online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rgbClr val="7FDBFF"/>
                </a:solidFill>
              </a:rPr>
              <a:t>Tools Used</a:t>
            </a:r>
            <a:endParaRPr lang="en-US" dirty="0">
              <a:solidFill>
                <a:srgbClr val="7FDBFF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Microsoft Excel </a:t>
            </a:r>
          </a:p>
          <a:p>
            <a:r>
              <a:rPr lang="en-US" dirty="0">
                <a:solidFill>
                  <a:schemeClr val="bg2"/>
                </a:solidFill>
              </a:rPr>
              <a:t>SQL (PostgreSQL) </a:t>
            </a:r>
          </a:p>
          <a:p>
            <a:r>
              <a:rPr lang="en-US" dirty="0">
                <a:solidFill>
                  <a:schemeClr val="bg2"/>
                </a:solidFill>
              </a:rPr>
              <a:t>Microsoft Power BI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06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86D5-9C3C-23DB-A5B7-ABA6D33E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5" y="-1356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B2694-EEAE-076A-4B80-529498420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936172"/>
            <a:ext cx="10646229" cy="56496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D2175A-7F22-F591-4CF8-3D75050D8CFA}"/>
              </a:ext>
            </a:extLst>
          </p:cNvPr>
          <p:cNvCxnSpPr>
            <a:cxnSpLocks/>
          </p:cNvCxnSpPr>
          <p:nvPr/>
        </p:nvCxnSpPr>
        <p:spPr>
          <a:xfrm flipV="1">
            <a:off x="729790" y="797142"/>
            <a:ext cx="8931568" cy="61162"/>
          </a:xfrm>
          <a:prstGeom prst="line">
            <a:avLst/>
          </a:prstGeom>
          <a:ln w="25400">
            <a:solidFill>
              <a:srgbClr val="F2C9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2EC947-53C2-BAEA-8879-C4A71197DB0E}"/>
              </a:ext>
            </a:extLst>
          </p:cNvPr>
          <p:cNvSpPr/>
          <p:nvPr/>
        </p:nvSpPr>
        <p:spPr>
          <a:xfrm>
            <a:off x="346910" y="1114136"/>
            <a:ext cx="11170175" cy="54717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 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1278B-75AD-11D5-3E2C-4FAA82EE6DC6}"/>
              </a:ext>
            </a:extLst>
          </p:cNvPr>
          <p:cNvSpPr txBox="1"/>
          <p:nvPr/>
        </p:nvSpPr>
        <p:spPr>
          <a:xfrm>
            <a:off x="1099457" y="1367909"/>
            <a:ext cx="842095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F80ED"/>
                </a:solidFill>
              </a:rPr>
              <a:t>Project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4F4F4F"/>
                </a:solidFill>
              </a:rPr>
              <a:t>To analyze Amazon sales data using Excel, SQL, and Power BI to identify sales trends, customer behavior, order performance, and business opportunities through an interactive dashboard</a:t>
            </a:r>
            <a:r>
              <a:rPr lang="en-US" sz="1600" b="1" dirty="0">
                <a:solidFill>
                  <a:srgbClr val="4F4F4F"/>
                </a:solidFill>
              </a:rPr>
              <a:t>.</a:t>
            </a:r>
          </a:p>
          <a:p>
            <a:r>
              <a:rPr lang="en-US" b="1" dirty="0">
                <a:solidFill>
                  <a:srgbClr val="2F80ED"/>
                </a:solidFill>
              </a:rPr>
              <a:t>Business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The company generates a large number of orders every day, making it difficult to monitor sales performance, courier status, B2B and B2C orders, and top-performing products. Business users need a centralized dashboard to make faster and better decisions based on data.</a:t>
            </a:r>
          </a:p>
          <a:p>
            <a:r>
              <a:rPr lang="en-US" b="1" dirty="0">
                <a:solidFill>
                  <a:srgbClr val="2F80ED"/>
                </a:solidFill>
              </a:rPr>
              <a:t>Project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Data Cleaning using Microsoft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Data Analysis using SQL (PostgreSQL)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KPI Creation and Performance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Interactive Dashboard Development in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Business Insights and Recommendations</a:t>
            </a:r>
          </a:p>
          <a:p>
            <a:r>
              <a:rPr lang="en-US" b="1" dirty="0">
                <a:solidFill>
                  <a:srgbClr val="2F80ED"/>
                </a:solidFill>
              </a:rPr>
              <a:t>Expected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Analyze overall sales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Track monthly sales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Monitor courier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Compare B2B and B2C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Identify top revenue-generating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F4F4F"/>
                </a:solidFill>
              </a:rPr>
              <a:t>Support data-driven business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1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EDF72-1019-86D0-A5CD-40C7EE9E6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788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8670C-A1E3-4E66-1ED8-5F1B6AD3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23" y="1212112"/>
            <a:ext cx="11243651" cy="5260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Dataset Name</a:t>
            </a:r>
          </a:p>
          <a:p>
            <a:r>
              <a:rPr lang="en-US" sz="2400" dirty="0">
                <a:solidFill>
                  <a:schemeClr val="bg1"/>
                </a:solidFill>
              </a:rPr>
              <a:t>Amazon Sales Dataset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Data Source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Amazon Sales Order Data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Dataset Size</a:t>
            </a:r>
          </a:p>
          <a:p>
            <a:r>
              <a:rPr lang="en-US" sz="2400" dirty="0">
                <a:solidFill>
                  <a:schemeClr val="bg1"/>
                </a:solidFill>
              </a:rPr>
              <a:t>Total Records: </a:t>
            </a:r>
            <a:r>
              <a:rPr lang="en-US" sz="2400" b="1" dirty="0">
                <a:solidFill>
                  <a:schemeClr val="bg1"/>
                </a:solidFill>
              </a:rPr>
              <a:t>128,976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Total Columns: </a:t>
            </a:r>
            <a:r>
              <a:rPr lang="en-US" sz="2400" b="1" dirty="0">
                <a:solidFill>
                  <a:schemeClr val="bg1"/>
                </a:solidFill>
              </a:rPr>
              <a:t>24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Project Tools</a:t>
            </a:r>
          </a:p>
          <a:p>
            <a:r>
              <a:rPr lang="en-US" sz="2400" dirty="0">
                <a:solidFill>
                  <a:schemeClr val="bg1"/>
                </a:solidFill>
              </a:rPr>
              <a:t>Microsoft Excel</a:t>
            </a:r>
          </a:p>
          <a:p>
            <a:r>
              <a:rPr lang="en-US" sz="2400" dirty="0">
                <a:solidFill>
                  <a:schemeClr val="bg1"/>
                </a:solidFill>
              </a:rPr>
              <a:t>SQL (PostgreSQL)</a:t>
            </a:r>
          </a:p>
          <a:p>
            <a:r>
              <a:rPr lang="en-US" sz="2400" dirty="0">
                <a:solidFill>
                  <a:schemeClr val="bg1"/>
                </a:solidFill>
              </a:rPr>
              <a:t>Microsoft Power BI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52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ED76-BE5B-EC27-A877-191E192A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11" y="0"/>
            <a:ext cx="1049955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492A2-D0F8-6996-7D47-1CDE63555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98" y="1181893"/>
            <a:ext cx="10711183" cy="514254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5600" b="1" dirty="0"/>
          </a:p>
          <a:p>
            <a:r>
              <a:rPr lang="en-US" sz="5600" dirty="0">
                <a:solidFill>
                  <a:schemeClr val="bg1"/>
                </a:solidFill>
              </a:rPr>
              <a:t>The Amazon Sales dataset contains different types of information that help analyze sales performance, order processing, products, and customer delivery.</a:t>
            </a:r>
          </a:p>
          <a:p>
            <a:r>
              <a:rPr lang="en-US" sz="5600" b="1" dirty="0">
                <a:solidFill>
                  <a:schemeClr val="bg1"/>
                </a:solidFill>
              </a:rPr>
              <a:t>Order Details</a:t>
            </a:r>
          </a:p>
          <a:p>
            <a:r>
              <a:rPr lang="en-US" sz="5600" dirty="0">
                <a:solidFill>
                  <a:schemeClr val="bg1"/>
                </a:solidFill>
              </a:rPr>
              <a:t>Order ID</a:t>
            </a:r>
          </a:p>
          <a:p>
            <a:r>
              <a:rPr lang="en-US" sz="5600" dirty="0">
                <a:solidFill>
                  <a:schemeClr val="bg1"/>
                </a:solidFill>
              </a:rPr>
              <a:t>Order Date</a:t>
            </a:r>
          </a:p>
          <a:p>
            <a:r>
              <a:rPr lang="en-US" sz="5600" dirty="0">
                <a:solidFill>
                  <a:schemeClr val="bg1"/>
                </a:solidFill>
              </a:rPr>
              <a:t>Order Status</a:t>
            </a:r>
          </a:p>
          <a:p>
            <a:r>
              <a:rPr lang="en-US" sz="5600" dirty="0">
                <a:solidFill>
                  <a:schemeClr val="bg1"/>
                </a:solidFill>
              </a:rPr>
              <a:t>Fulfilment</a:t>
            </a:r>
          </a:p>
          <a:p>
            <a:r>
              <a:rPr lang="en-US" sz="5600" b="1" dirty="0">
                <a:solidFill>
                  <a:schemeClr val="bg1"/>
                </a:solidFill>
              </a:rPr>
              <a:t>Product Details</a:t>
            </a:r>
          </a:p>
          <a:p>
            <a:r>
              <a:rPr lang="en-US" sz="5600" dirty="0">
                <a:solidFill>
                  <a:schemeClr val="bg1"/>
                </a:solidFill>
              </a:rPr>
              <a:t>Category</a:t>
            </a:r>
          </a:p>
          <a:p>
            <a:r>
              <a:rPr lang="en-US" sz="5600" dirty="0">
                <a:solidFill>
                  <a:schemeClr val="bg1"/>
                </a:solidFill>
              </a:rPr>
              <a:t>SKU</a:t>
            </a:r>
          </a:p>
          <a:p>
            <a:r>
              <a:rPr lang="en-US" sz="5600" dirty="0">
                <a:solidFill>
                  <a:schemeClr val="bg1"/>
                </a:solidFill>
              </a:rPr>
              <a:t>Quantity</a:t>
            </a:r>
          </a:p>
          <a:p>
            <a:r>
              <a:rPr lang="en-US" sz="5600" dirty="0">
                <a:solidFill>
                  <a:schemeClr val="bg1"/>
                </a:solidFill>
              </a:rPr>
              <a:t>Sales Amount</a:t>
            </a:r>
          </a:p>
          <a:p>
            <a:r>
              <a:rPr lang="en-US" sz="5600" b="1" dirty="0">
                <a:solidFill>
                  <a:schemeClr val="bg1"/>
                </a:solidFill>
              </a:rPr>
              <a:t>Shipping Details</a:t>
            </a:r>
          </a:p>
          <a:p>
            <a:r>
              <a:rPr lang="en-US" sz="5600" dirty="0">
                <a:solidFill>
                  <a:schemeClr val="bg1"/>
                </a:solidFill>
              </a:rPr>
              <a:t>Ship State</a:t>
            </a:r>
          </a:p>
          <a:p>
            <a:r>
              <a:rPr lang="en-US" sz="5600" dirty="0">
                <a:solidFill>
                  <a:schemeClr val="bg1"/>
                </a:solidFill>
              </a:rPr>
              <a:t>Ship Service Level</a:t>
            </a:r>
          </a:p>
          <a:p>
            <a:r>
              <a:rPr lang="en-US" sz="5600" dirty="0">
                <a:solidFill>
                  <a:schemeClr val="bg1"/>
                </a:solidFill>
              </a:rPr>
              <a:t>Courier Status</a:t>
            </a:r>
          </a:p>
          <a:p>
            <a:r>
              <a:rPr lang="en-US" sz="5600" b="1" dirty="0">
                <a:solidFill>
                  <a:schemeClr val="bg1"/>
                </a:solidFill>
              </a:rPr>
              <a:t>Customer Information</a:t>
            </a:r>
          </a:p>
          <a:p>
            <a:r>
              <a:rPr lang="en-US" sz="5600" dirty="0">
                <a:solidFill>
                  <a:schemeClr val="bg1"/>
                </a:solidFill>
              </a:rPr>
              <a:t>B2B Order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8088C-51E2-D38F-B050-56BF81AB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1124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Excel –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A6380-0F88-2936-C53F-12F43B4C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02" y="1825624"/>
            <a:ext cx="3185477" cy="481580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7FDBFF"/>
                </a:solidFill>
              </a:rPr>
              <a:t>Data Preparation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Removed blank records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Removed duplicate values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Standardized data format</a:t>
            </a:r>
          </a:p>
          <a:p>
            <a:r>
              <a:rPr lang="en-US" sz="2400" dirty="0">
                <a:solidFill>
                  <a:schemeClr val="bg1"/>
                </a:solidFill>
              </a:rPr>
              <a:t>Created Calendar Table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Prepared clean dataset for SQL analysis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48D41-DF9C-118A-5D8B-DF68727209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793" y="1690688"/>
            <a:ext cx="8322715" cy="468605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6091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4CBC-288C-6F18-3C35-E8ADEEFB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SQL – Data </a:t>
            </a:r>
            <a:r>
              <a:rPr lang="en-US" sz="36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D443B-6199-FE4E-1E84-9D45AD754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5853" y="1889420"/>
            <a:ext cx="3525906" cy="46196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Data Analysis</a:t>
            </a:r>
          </a:p>
          <a:p>
            <a:r>
              <a:rPr lang="en-US" dirty="0">
                <a:solidFill>
                  <a:schemeClr val="bg1"/>
                </a:solidFill>
              </a:rPr>
              <a:t>Created database tables                   </a:t>
            </a:r>
          </a:p>
          <a:p>
            <a:r>
              <a:rPr lang="en-US" dirty="0">
                <a:solidFill>
                  <a:schemeClr val="bg1"/>
                </a:solidFill>
              </a:rPr>
              <a:t>Imported cleaned dataset</a:t>
            </a:r>
          </a:p>
          <a:p>
            <a:r>
              <a:rPr lang="en-US" dirty="0">
                <a:solidFill>
                  <a:schemeClr val="bg1"/>
                </a:solidFill>
              </a:rPr>
              <a:t>Performed data exploration</a:t>
            </a:r>
          </a:p>
          <a:p>
            <a:r>
              <a:rPr lang="en-US" dirty="0">
                <a:solidFill>
                  <a:schemeClr val="bg1"/>
                </a:solidFill>
              </a:rPr>
              <a:t>Wrote KPI analysis queries</a:t>
            </a:r>
          </a:p>
          <a:p>
            <a:r>
              <a:rPr lang="en-US" dirty="0">
                <a:solidFill>
                  <a:schemeClr val="bg1"/>
                </a:solidFill>
              </a:rPr>
              <a:t>Analyzed sales and order performance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C2EE53-A8E1-49F1-B483-5C96ADF11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1" y="1453388"/>
            <a:ext cx="3377517" cy="5055693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6B492F-DEAF-F31C-1310-DBE2A3ECA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826" y="1453389"/>
            <a:ext cx="3525906" cy="5055693"/>
          </a:xfrm>
          <a:prstGeom prst="rect">
            <a:avLst/>
          </a:prstGeom>
          <a:ln w="28575">
            <a:solidFill>
              <a:schemeClr val="tx2">
                <a:lumMod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61428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61AE-B907-0A7C-DF01-79405082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972" y="-154171"/>
            <a:ext cx="10515600" cy="99759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</a:t>
            </a:r>
            <a:r>
              <a:rPr lang="en-US" sz="36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C513B-FCBC-CCE6-9E0E-B2A576494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469" y="4396891"/>
            <a:ext cx="3909235" cy="22806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Key Features</a:t>
            </a:r>
          </a:p>
          <a:p>
            <a:r>
              <a:rPr lang="en-US" dirty="0">
                <a:solidFill>
                  <a:schemeClr val="bg1"/>
                </a:solidFill>
              </a:rPr>
              <a:t>KPI Cards</a:t>
            </a:r>
          </a:p>
          <a:p>
            <a:r>
              <a:rPr lang="en-US" dirty="0">
                <a:solidFill>
                  <a:schemeClr val="bg1"/>
                </a:solidFill>
              </a:rPr>
              <a:t>Interactive Slicers</a:t>
            </a:r>
          </a:p>
          <a:p>
            <a:r>
              <a:rPr lang="en-US" dirty="0">
                <a:solidFill>
                  <a:schemeClr val="bg1"/>
                </a:solidFill>
              </a:rPr>
              <a:t>Sales Trend Analysis</a:t>
            </a:r>
          </a:p>
          <a:p>
            <a:r>
              <a:rPr lang="en-US" dirty="0">
                <a:solidFill>
                  <a:schemeClr val="bg1"/>
                </a:solidFill>
              </a:rPr>
              <a:t>Product Performance</a:t>
            </a:r>
          </a:p>
          <a:p>
            <a:r>
              <a:rPr lang="en-US" dirty="0">
                <a:solidFill>
                  <a:schemeClr val="bg1"/>
                </a:solidFill>
              </a:rPr>
              <a:t>State-wise Sales Analysis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02D35-A586-BAC3-B91D-463F91473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2" y="754318"/>
            <a:ext cx="5956165" cy="3352012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682AC5-624A-C366-CCB3-A2CD8ADB1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18938"/>
            <a:ext cx="5979628" cy="3352012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36125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754E-355E-23C7-C61E-D291BFF4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A25E-4311-89FB-F3F7-9E5B7CFB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Sales Insights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Revenue is concentrated in a few states.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B2C orders are significantly higher than B2B orders.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Clothing products generate the highest number of orders.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Operational Insights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Most orders are delivered successfully.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Courier status helps monitor delivery performance.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Monthly sales show fluctuations across different periods.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1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E900-6810-7DB4-5512-B254D248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Recommendations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BD20-D53C-3707-2835-E30F55B2E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05" y="1690687"/>
            <a:ext cx="10651957" cy="463792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7FDBFF"/>
                </a:solidFill>
              </a:rPr>
              <a:t>Sales Recommendations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Increase marketing in high-performing states.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Promote low-selling product categories.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Focus on customer retention strategies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7FDBFF"/>
                </a:solidFill>
              </a:rPr>
              <a:t>Operational Recommendations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Improve courier performance for delayed orders.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Increase inventory for high-demand products.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Monitor monthly sales trends for better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14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D2EA-3D4B-FF79-0C2D-70F38C47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2C94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4EE3C-726F-13B4-8D75-E636FC256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62" y="1464677"/>
            <a:ext cx="10856496" cy="521284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7FDBFF"/>
                </a:solidFill>
              </a:rPr>
              <a:t>Project Summary</a:t>
            </a:r>
          </a:p>
          <a:p>
            <a:r>
              <a:rPr lang="en-US" dirty="0">
                <a:solidFill>
                  <a:schemeClr val="bg1"/>
                </a:solidFill>
              </a:rPr>
              <a:t>Successfully analyzed Amazon sales data.</a:t>
            </a:r>
          </a:p>
          <a:p>
            <a:r>
              <a:rPr lang="en-US" dirty="0">
                <a:solidFill>
                  <a:schemeClr val="bg1"/>
                </a:solidFill>
              </a:rPr>
              <a:t>Built an interactive Power BI dashboard.</a:t>
            </a:r>
          </a:p>
          <a:p>
            <a:r>
              <a:rPr lang="en-US" dirty="0">
                <a:solidFill>
                  <a:schemeClr val="bg1"/>
                </a:solidFill>
              </a:rPr>
              <a:t>Identified key business insights.</a:t>
            </a:r>
          </a:p>
          <a:p>
            <a:r>
              <a:rPr lang="en-US" dirty="0">
                <a:solidFill>
                  <a:schemeClr val="bg1"/>
                </a:solidFill>
              </a:rPr>
              <a:t>Suggested practical business recommendations.</a:t>
            </a:r>
          </a:p>
          <a:p>
            <a:r>
              <a:rPr lang="en-US" b="1" dirty="0">
                <a:solidFill>
                  <a:srgbClr val="7FDBFF"/>
                </a:solidFill>
              </a:rPr>
              <a:t>Skills Applied</a:t>
            </a:r>
          </a:p>
          <a:p>
            <a:r>
              <a:rPr lang="en-US" dirty="0">
                <a:solidFill>
                  <a:schemeClr val="bg1"/>
                </a:solidFill>
              </a:rPr>
              <a:t>Microsoft Excel</a:t>
            </a:r>
          </a:p>
          <a:p>
            <a:r>
              <a:rPr lang="en-US" dirty="0">
                <a:solidFill>
                  <a:schemeClr val="bg1"/>
                </a:solidFill>
              </a:rPr>
              <a:t>SQL (PostgreSQL)</a:t>
            </a:r>
          </a:p>
          <a:p>
            <a:r>
              <a:rPr lang="en-US" dirty="0">
                <a:solidFill>
                  <a:schemeClr val="bg1"/>
                </a:solidFill>
              </a:rPr>
              <a:t>Power BI</a:t>
            </a:r>
          </a:p>
          <a:p>
            <a:r>
              <a:rPr lang="en-US" dirty="0">
                <a:solidFill>
                  <a:schemeClr val="bg1"/>
                </a:solidFill>
              </a:rPr>
              <a:t>Data Analysis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</a:t>
            </a:r>
            <a:r>
              <a:rPr lang="en-US" b="1" dirty="0">
                <a:solidFill>
                  <a:srgbClr val="FFD166"/>
                </a:solidFill>
              </a:rPr>
              <a:t>    </a:t>
            </a:r>
            <a:r>
              <a:rPr lang="en-US" sz="3900" b="1" dirty="0">
                <a:solidFill>
                  <a:srgbClr val="FFD166"/>
                </a:solidFill>
              </a:rPr>
              <a:t>Thank You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48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480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 Semibold</vt:lpstr>
      <vt:lpstr>Office Theme</vt:lpstr>
      <vt:lpstr>PowerPoint Presentation</vt:lpstr>
      <vt:lpstr>Project Overview</vt:lpstr>
      <vt:lpstr>Dataset Information</vt:lpstr>
      <vt:lpstr>Dataset Fields</vt:lpstr>
      <vt:lpstr>Excel – Data Preparation</vt:lpstr>
      <vt:lpstr>SQL – Data Analysis</vt:lpstr>
      <vt:lpstr>Power BI Dashboard</vt:lpstr>
      <vt:lpstr>Key Business Insights</vt:lpstr>
      <vt:lpstr>Business Recommendations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abhay yadav</dc:creator>
  <cp:lastModifiedBy>abhay yadav</cp:lastModifiedBy>
  <cp:revision>1</cp:revision>
  <dcterms:created xsi:type="dcterms:W3CDTF">2026-07-30T16:34:31Z</dcterms:created>
  <dcterms:modified xsi:type="dcterms:W3CDTF">2026-08-03T16:27:40Z</dcterms:modified>
</cp:coreProperties>
</file>